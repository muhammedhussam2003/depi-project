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6"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7089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0086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587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5995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5417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6076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79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8699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7111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9170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0701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90213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5754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51128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1785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0114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623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195493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890857"/>
            <a:ext cx="7315200" cy="1825096"/>
          </a:xfrm>
        </p:spPr>
        <p:txBody>
          <a:bodyPr>
            <a:noAutofit/>
          </a:bodyPr>
          <a:lstStyle/>
          <a:p>
            <a:pPr algn="ctr"/>
            <a:r>
              <a:rPr sz="3200" dirty="0">
                <a:latin typeface="Andalus" panose="02020603050405020304" pitchFamily="18" charset="-78"/>
                <a:cs typeface="Andalus" panose="02020603050405020304" pitchFamily="18" charset="-78"/>
              </a:rPr>
              <a:t>Project Proposal: Enterprise Network Design</a:t>
            </a:r>
            <a:r>
              <a:rPr sz="4000" dirty="0">
                <a:latin typeface="Andalus" panose="02020603050405020304" pitchFamily="18" charset="-78"/>
                <a:cs typeface="Andalus" panose="02020603050405020304" pitchFamily="18" charset="-78"/>
              </a:rPr>
              <a:t> </a:t>
            </a:r>
            <a:r>
              <a:rPr sz="3200" dirty="0">
                <a:latin typeface="Andalus" panose="02020603050405020304" pitchFamily="18" charset="-78"/>
                <a:cs typeface="Andalus" panose="02020603050405020304" pitchFamily="18" charset="-78"/>
              </a:rPr>
              <a:t>and Implementation Using Huawei Datacom</a:t>
            </a:r>
          </a:p>
        </p:txBody>
      </p:sp>
      <p:sp>
        <p:nvSpPr>
          <p:cNvPr id="3" name="Subtitle 2"/>
          <p:cNvSpPr>
            <a:spLocks noGrp="1"/>
          </p:cNvSpPr>
          <p:nvPr>
            <p:ph type="subTitle" idx="1"/>
          </p:nvPr>
        </p:nvSpPr>
        <p:spPr>
          <a:xfrm>
            <a:off x="914400" y="2976420"/>
            <a:ext cx="7315200" cy="685800"/>
          </a:xfrm>
        </p:spPr>
        <p:txBody>
          <a:bodyPr>
            <a:noAutofit/>
          </a:bodyPr>
          <a:lstStyle/>
          <a:p>
            <a:pPr algn="ctr"/>
            <a:r>
              <a:rPr sz="1800" dirty="0"/>
              <a:t>Team Members:</a:t>
            </a:r>
            <a:endParaRPr lang="en-US" sz="1800" dirty="0"/>
          </a:p>
          <a:p>
            <a:pPr algn="ctr"/>
            <a:r>
              <a:rPr lang="en-US" sz="1800" dirty="0"/>
              <a:t> </a:t>
            </a:r>
            <a:r>
              <a:rPr lang="es-ES" sz="1800" dirty="0" err="1"/>
              <a:t>Marwan</a:t>
            </a:r>
            <a:r>
              <a:rPr lang="es-ES" sz="1800" dirty="0"/>
              <a:t> El-</a:t>
            </a:r>
            <a:r>
              <a:rPr lang="es-ES" sz="1800" dirty="0" err="1"/>
              <a:t>Khatib</a:t>
            </a:r>
            <a:r>
              <a:rPr lang="es-ES" sz="1800" dirty="0"/>
              <a:t> </a:t>
            </a:r>
            <a:r>
              <a:rPr lang="es-ES" sz="1800" dirty="0" err="1"/>
              <a:t>Abd</a:t>
            </a:r>
            <a:r>
              <a:rPr lang="es-ES" sz="1800" dirty="0"/>
              <a:t> El-</a:t>
            </a:r>
            <a:r>
              <a:rPr lang="es-ES" sz="1800" dirty="0" err="1"/>
              <a:t>Wares</a:t>
            </a:r>
            <a:r>
              <a:rPr lang="es-ES" sz="1800" dirty="0"/>
              <a:t>        21067890</a:t>
            </a:r>
            <a:endParaRPr lang="en-US" sz="1800" dirty="0"/>
          </a:p>
          <a:p>
            <a:pPr algn="ctr"/>
            <a:r>
              <a:rPr lang="sv-SE" sz="1800" dirty="0"/>
              <a:t>Muhammad Hussam Abd Elazim       21067772</a:t>
            </a:r>
            <a:endParaRPr lang="en-US" sz="1800" dirty="0"/>
          </a:p>
          <a:p>
            <a:pPr algn="ctr"/>
            <a:r>
              <a:rPr lang="es-ES" sz="1800" dirty="0"/>
              <a:t> Roba </a:t>
            </a:r>
            <a:r>
              <a:rPr lang="es-ES" sz="1800" dirty="0" err="1"/>
              <a:t>Walaa</a:t>
            </a:r>
            <a:r>
              <a:rPr lang="es-ES" sz="1800" dirty="0"/>
              <a:t> El-</a:t>
            </a:r>
            <a:r>
              <a:rPr lang="es-ES" sz="1800" dirty="0" err="1"/>
              <a:t>din</a:t>
            </a:r>
            <a:r>
              <a:rPr lang="es-ES" sz="1800" dirty="0"/>
              <a:t> Ahmed                21035417</a:t>
            </a:r>
            <a:endParaRPr lang="en-US" sz="1800" dirty="0"/>
          </a:p>
          <a:p>
            <a:pPr algn="ctr"/>
            <a:r>
              <a:rPr lang="en-US" sz="1800" dirty="0"/>
              <a:t> Zeinab </a:t>
            </a:r>
            <a:r>
              <a:rPr lang="en-US" sz="1800" dirty="0" err="1"/>
              <a:t>khamis</a:t>
            </a:r>
            <a:r>
              <a:rPr lang="en-US" sz="1800" dirty="0"/>
              <a:t> </a:t>
            </a:r>
            <a:r>
              <a:rPr lang="en-US" sz="1800" dirty="0" err="1"/>
              <a:t>Elfewal</a:t>
            </a:r>
            <a:r>
              <a:rPr lang="en-US" sz="1800" dirty="0"/>
              <a:t>                        21016735</a:t>
            </a:r>
          </a:p>
          <a:p>
            <a:r>
              <a:rPr lang="en-US" sz="1800" dirty="0"/>
              <a:t>                  Afnan Ashraf </a:t>
            </a:r>
            <a:r>
              <a:rPr lang="en-US" sz="1800"/>
              <a:t>Taha                              21046133</a:t>
            </a:r>
            <a:endParaRPr lang="en-US" sz="1800" dirty="0"/>
          </a:p>
          <a:p>
            <a:pPr algn="ctr"/>
            <a:r>
              <a:rPr sz="1800" dirty="0"/>
              <a:t>Supervisor: </a:t>
            </a:r>
            <a:r>
              <a:rPr lang="en-US" sz="1800" dirty="0"/>
              <a:t>Eng. </a:t>
            </a:r>
            <a:r>
              <a:rPr lang="en-US" sz="1800" dirty="0" err="1"/>
              <a:t>Samah</a:t>
            </a:r>
            <a:r>
              <a:rPr lang="en-US" sz="1800" dirty="0"/>
              <a:t> </a:t>
            </a:r>
            <a:r>
              <a:rPr lang="en-US" sz="1800" dirty="0" err="1"/>
              <a:t>Eisa</a:t>
            </a:r>
            <a:endParaRPr lang="en-US" sz="1800" dirty="0"/>
          </a:p>
          <a:p>
            <a:pPr algn="ct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Introduction</a:t>
            </a:r>
          </a:p>
        </p:txBody>
      </p:sp>
      <p:sp>
        <p:nvSpPr>
          <p:cNvPr id="3" name="Content Placeholder 2"/>
          <p:cNvSpPr>
            <a:spLocks noGrp="1"/>
          </p:cNvSpPr>
          <p:nvPr>
            <p:ph idx="1"/>
          </p:nvPr>
        </p:nvSpPr>
        <p:spPr/>
        <p:txBody>
          <a:bodyPr/>
          <a:lstStyle/>
          <a:p>
            <a:r>
              <a:rPr lang="en-US" dirty="0"/>
              <a:t>This project aims to design and implement an integrated, scalable, and flexible enterprise network using Huawei Datacom technologies. The proposal outlines the project's motivation, objectives, methodology, and expected outcomes.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Problem Statement</a:t>
            </a:r>
          </a:p>
        </p:txBody>
      </p:sp>
      <p:sp>
        <p:nvSpPr>
          <p:cNvPr id="3" name="Content Placeholder 2"/>
          <p:cNvSpPr>
            <a:spLocks noGrp="1"/>
          </p:cNvSpPr>
          <p:nvPr>
            <p:ph idx="1"/>
          </p:nvPr>
        </p:nvSpPr>
        <p:spPr/>
        <p:txBody>
          <a:bodyPr/>
          <a:lstStyle/>
          <a:p>
            <a:r>
              <a:rPr lang="en-US" dirty="0"/>
              <a:t>Modern organizations require robust, scalable, and secure network infrastructures that support daily operations, security, and future expansion. Many networks fail due to poor planning, limited scalability, lack of documentation, faulty of devices and cables, and poor security.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9915" y="518160"/>
            <a:ext cx="2884170" cy="1293028"/>
          </a:xfrm>
        </p:spPr>
        <p:txBody>
          <a:bodyPr/>
          <a:lstStyle/>
          <a:p>
            <a:pPr algn="l"/>
            <a:r>
              <a:rPr dirty="0">
                <a:latin typeface="Andalus" panose="02020603050405020304" pitchFamily="18" charset="-78"/>
                <a:cs typeface="Andalus" panose="02020603050405020304" pitchFamily="18" charset="-78"/>
              </a:rPr>
              <a:t>Objectives</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a:t>Gain comprehensive practical experience</a:t>
            </a:r>
          </a:p>
          <a:p>
            <a:pPr>
              <a:buFont typeface="Wingdings" panose="05000000000000000000" pitchFamily="2" charset="2"/>
              <a:buChar char="Ø"/>
            </a:pPr>
            <a:r>
              <a:rPr dirty="0"/>
              <a:t>Build a complete, organized, and scalable network</a:t>
            </a:r>
          </a:p>
          <a:p>
            <a:pPr>
              <a:buFont typeface="Wingdings" panose="05000000000000000000" pitchFamily="2" charset="2"/>
              <a:buChar char="Ø"/>
            </a:pPr>
            <a:r>
              <a:rPr dirty="0"/>
              <a:t>Understand corporate network structure (Access, Aggregation, Core layers)</a:t>
            </a:r>
          </a:p>
          <a:p>
            <a:pPr>
              <a:buFont typeface="Wingdings" panose="05000000000000000000" pitchFamily="2" charset="2"/>
              <a:buChar char="Ø"/>
            </a:pPr>
            <a:r>
              <a:rPr dirty="0"/>
              <a:t>Enable integration of new technologies after deployment</a:t>
            </a:r>
          </a:p>
          <a:p>
            <a:pPr>
              <a:buFont typeface="Wingdings" panose="05000000000000000000" pitchFamily="2" charset="2"/>
              <a:buChar char="Ø"/>
            </a:pPr>
            <a:r>
              <a:rPr dirty="0"/>
              <a:t>Develop planning, documentation, and security skills</a:t>
            </a:r>
          </a:p>
          <a:p>
            <a:pPr>
              <a:buFont typeface="Wingdings" panose="05000000000000000000" pitchFamily="2" charset="2"/>
              <a:buChar char="Ø"/>
            </a:pPr>
            <a:r>
              <a:rPr dirty="0"/>
              <a:t>Implement enterprise-grade services (DHCP</a:t>
            </a:r>
            <a:r>
              <a:rPr lang="en-US" dirty="0"/>
              <a:t> and Telnet</a:t>
            </a:r>
            <a:r>
              <a:rPr dirty="0"/>
              <a:t>)</a:t>
            </a: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Scope of Work</a:t>
            </a:r>
          </a:p>
        </p:txBody>
      </p:sp>
      <p:sp>
        <p:nvSpPr>
          <p:cNvPr id="3" name="Content Placeholder 2"/>
          <p:cNvSpPr>
            <a:spLocks noGrp="1"/>
          </p:cNvSpPr>
          <p:nvPr>
            <p:ph idx="1"/>
          </p:nvPr>
        </p:nvSpPr>
        <p:spPr>
          <a:xfrm>
            <a:off x="594360" y="2194559"/>
            <a:ext cx="7955280" cy="4577715"/>
          </a:xfrm>
        </p:spPr>
        <p:txBody>
          <a:bodyPr/>
          <a:lstStyle/>
          <a:p>
            <a:r>
              <a:rPr dirty="0"/>
              <a:t>Layer 2: Switching (Core, Aggregation</a:t>
            </a:r>
            <a:r>
              <a:rPr lang="en-US" dirty="0"/>
              <a:t> and </a:t>
            </a:r>
            <a:r>
              <a:rPr dirty="0"/>
              <a:t>Access</a:t>
            </a:r>
            <a:r>
              <a:rPr lang="en-US" dirty="0"/>
              <a:t> switches</a:t>
            </a:r>
            <a:r>
              <a:rPr dirty="0"/>
              <a:t>, STP protocol</a:t>
            </a:r>
            <a:r>
              <a:rPr lang="en-US" dirty="0"/>
              <a:t>, Link Aggregation, VLAN, INTER-VLAN)</a:t>
            </a:r>
          </a:p>
          <a:p>
            <a:endParaRPr dirty="0"/>
          </a:p>
          <a:p>
            <a:r>
              <a:rPr dirty="0"/>
              <a:t>Layer 3: Routing (Routers, OSPF</a:t>
            </a:r>
            <a:r>
              <a:rPr lang="en-US" dirty="0"/>
              <a:t>, NAT</a:t>
            </a:r>
            <a:r>
              <a:rPr dirty="0"/>
              <a:t>)</a:t>
            </a:r>
            <a:endParaRPr lang="en-US" dirty="0"/>
          </a:p>
          <a:p>
            <a:endParaRPr lang="en-US" dirty="0"/>
          </a:p>
          <a:p>
            <a:r>
              <a:rPr lang="en-US" dirty="0"/>
              <a:t>security techniques: ACLs, AAA</a:t>
            </a:r>
          </a:p>
          <a:p>
            <a:endParaRPr dirty="0"/>
          </a:p>
          <a:p>
            <a:r>
              <a:rPr dirty="0"/>
              <a:t>Network Services: DHCP, </a:t>
            </a:r>
            <a:r>
              <a:rPr lang="en-US" dirty="0"/>
              <a:t>Telnet</a:t>
            </a:r>
          </a:p>
          <a:p>
            <a:endParaRPr lang="en-US" dirty="0"/>
          </a:p>
          <a:p>
            <a:r>
              <a:rPr lang="en-US" dirty="0"/>
              <a:t>LAN, </a:t>
            </a:r>
            <a:r>
              <a:rPr dirty="0"/>
              <a:t>WAN &amp; </a:t>
            </a:r>
            <a:r>
              <a:rPr lang="en-US" dirty="0"/>
              <a:t>W</a:t>
            </a:r>
            <a:r>
              <a:rPr dirty="0"/>
              <a:t>LAN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4171950" cy="1293028"/>
          </a:xfrm>
        </p:spPr>
        <p:txBody>
          <a:bodyPr/>
          <a:lstStyle/>
          <a:p>
            <a:pPr algn="l"/>
            <a:r>
              <a:rPr dirty="0">
                <a:latin typeface="Andalus" panose="02020603050405020304" pitchFamily="18" charset="-78"/>
                <a:cs typeface="Andalus" panose="02020603050405020304" pitchFamily="18" charset="-78"/>
              </a:rPr>
              <a:t>Methodology</a:t>
            </a:r>
          </a:p>
        </p:txBody>
      </p:sp>
      <p:sp>
        <p:nvSpPr>
          <p:cNvPr id="3" name="Content Placeholder 2"/>
          <p:cNvSpPr>
            <a:spLocks noGrp="1"/>
          </p:cNvSpPr>
          <p:nvPr>
            <p:ph idx="1"/>
          </p:nvPr>
        </p:nvSpPr>
        <p:spPr>
          <a:xfrm>
            <a:off x="594360" y="2194559"/>
            <a:ext cx="7955280" cy="4558665"/>
          </a:xfrm>
        </p:spPr>
        <p:txBody>
          <a:bodyPr/>
          <a:lstStyle/>
          <a:p>
            <a:r>
              <a:rPr dirty="0"/>
              <a:t>Planning &amp; Design:</a:t>
            </a:r>
            <a:r>
              <a:rPr lang="en-US" dirty="0"/>
              <a:t> </a:t>
            </a:r>
            <a:r>
              <a:rPr dirty="0"/>
              <a:t>Topologies, Device</a:t>
            </a:r>
            <a:r>
              <a:rPr lang="en-US" dirty="0"/>
              <a:t>s</a:t>
            </a:r>
            <a:r>
              <a:rPr dirty="0"/>
              <a:t> selection</a:t>
            </a:r>
            <a:endParaRPr lang="en-US" dirty="0"/>
          </a:p>
          <a:p>
            <a:endParaRPr dirty="0"/>
          </a:p>
          <a:p>
            <a:r>
              <a:rPr dirty="0"/>
              <a:t>Implementation: Configure switches</a:t>
            </a:r>
            <a:r>
              <a:rPr lang="en-US" dirty="0"/>
              <a:t> and </a:t>
            </a:r>
            <a:r>
              <a:rPr dirty="0"/>
              <a:t>rout</a:t>
            </a:r>
            <a:r>
              <a:rPr lang="en-US" dirty="0"/>
              <a:t>ers, and Implementing all necessary protocols, security requirements and services.</a:t>
            </a:r>
          </a:p>
          <a:p>
            <a:endParaRPr dirty="0"/>
          </a:p>
          <a:p>
            <a:r>
              <a:rPr dirty="0"/>
              <a:t>Testing &amp; Verification: Connectivity, redundancy, security, performance</a:t>
            </a:r>
            <a:endParaRPr lang="en-US" dirty="0"/>
          </a:p>
          <a:p>
            <a:endParaRPr dirty="0"/>
          </a:p>
          <a:p>
            <a:r>
              <a:rPr dirty="0"/>
              <a:t>Documentation: Configurations, </a:t>
            </a:r>
            <a:r>
              <a:rPr lang="en-US" dirty="0"/>
              <a:t>T</a:t>
            </a:r>
            <a:r>
              <a:rPr dirty="0"/>
              <a:t>opologies, guidelines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4D42-029C-4E6B-8FB2-76075D34CBD9}"/>
              </a:ext>
            </a:extLst>
          </p:cNvPr>
          <p:cNvSpPr>
            <a:spLocks noGrp="1"/>
          </p:cNvSpPr>
          <p:nvPr>
            <p:ph type="title"/>
          </p:nvPr>
        </p:nvSpPr>
        <p:spPr>
          <a:xfrm>
            <a:off x="1285875" y="594360"/>
            <a:ext cx="6377940" cy="1293028"/>
          </a:xfrm>
        </p:spPr>
        <p:txBody>
          <a:bodyPr/>
          <a:lstStyle/>
          <a:p>
            <a:endParaRPr lang="en-US" dirty="0"/>
          </a:p>
        </p:txBody>
      </p:sp>
      <p:pic>
        <p:nvPicPr>
          <p:cNvPr id="5" name="Content Placeholder 4">
            <a:extLst>
              <a:ext uri="{FF2B5EF4-FFF2-40B4-BE49-F238E27FC236}">
                <a16:creationId xmlns:a16="http://schemas.microsoft.com/office/drawing/2014/main" id="{921FCA5E-F2EA-4006-A47A-3A717F6E2CDB}"/>
              </a:ext>
            </a:extLst>
          </p:cNvPr>
          <p:cNvPicPr>
            <a:picLocks noGrp="1" noChangeAspect="1"/>
          </p:cNvPicPr>
          <p:nvPr>
            <p:ph idx="1"/>
          </p:nvPr>
        </p:nvPicPr>
        <p:blipFill>
          <a:blip r:embed="rId2"/>
          <a:stretch>
            <a:fillRect/>
          </a:stretch>
        </p:blipFill>
        <p:spPr>
          <a:xfrm>
            <a:off x="1" y="0"/>
            <a:ext cx="9144000" cy="6858000"/>
          </a:xfrm>
        </p:spPr>
      </p:pic>
    </p:spTree>
    <p:extLst>
      <p:ext uri="{BB962C8B-B14F-4D97-AF65-F5344CB8AC3E}">
        <p14:creationId xmlns:p14="http://schemas.microsoft.com/office/powerpoint/2010/main" val="1143678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Expected Outcomes</a:t>
            </a:r>
          </a:p>
        </p:txBody>
      </p:sp>
      <p:sp>
        <p:nvSpPr>
          <p:cNvPr id="3" name="Content Placeholder 2"/>
          <p:cNvSpPr>
            <a:spLocks noGrp="1"/>
          </p:cNvSpPr>
          <p:nvPr>
            <p:ph idx="1"/>
          </p:nvPr>
        </p:nvSpPr>
        <p:spPr/>
        <p:txBody>
          <a:bodyPr/>
          <a:lstStyle/>
          <a:p>
            <a:r>
              <a:rPr dirty="0"/>
              <a:t>Fully functioning enterprise-level network using Huawei Datacom</a:t>
            </a:r>
            <a:endParaRPr lang="en-US" dirty="0"/>
          </a:p>
          <a:p>
            <a:endParaRPr dirty="0"/>
          </a:p>
          <a:p>
            <a:r>
              <a:rPr dirty="0"/>
              <a:t>Enhanced understanding of network planning and implementation</a:t>
            </a:r>
            <a:endParaRPr lang="en-US" dirty="0"/>
          </a:p>
          <a:p>
            <a:endParaRPr dirty="0"/>
          </a:p>
          <a:p>
            <a:r>
              <a:rPr dirty="0"/>
              <a:t>Practical experience with security, routing, and switching</a:t>
            </a:r>
            <a:endParaRPr lang="en-US" dirty="0"/>
          </a:p>
          <a:p>
            <a:endParaRPr dirty="0"/>
          </a:p>
          <a:p>
            <a:r>
              <a:rPr dirty="0"/>
              <a:t>Scalable design that supports future technologies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6587" y="594360"/>
            <a:ext cx="2790825" cy="1293028"/>
          </a:xfrm>
        </p:spPr>
        <p:txBody>
          <a:bodyPr/>
          <a:lstStyle/>
          <a:p>
            <a:pPr algn="l"/>
            <a:r>
              <a:rPr dirty="0">
                <a:latin typeface="Andalus" panose="02020603050405020304" pitchFamily="18" charset="-78"/>
                <a:cs typeface="Andalus" panose="02020603050405020304" pitchFamily="18" charset="-78"/>
              </a:rPr>
              <a:t>Timeline</a:t>
            </a:r>
          </a:p>
        </p:txBody>
      </p:sp>
      <p:sp>
        <p:nvSpPr>
          <p:cNvPr id="3" name="Content Placeholder 2"/>
          <p:cNvSpPr>
            <a:spLocks noGrp="1"/>
          </p:cNvSpPr>
          <p:nvPr>
            <p:ph idx="1"/>
          </p:nvPr>
        </p:nvSpPr>
        <p:spPr/>
        <p:txBody>
          <a:bodyPr/>
          <a:lstStyle/>
          <a:p>
            <a:r>
              <a:rPr dirty="0"/>
              <a:t>Planning &amp; Design: Week 1 → Network diagrams</a:t>
            </a:r>
            <a:r>
              <a:rPr lang="en-US" dirty="0"/>
              <a:t> and Topologies</a:t>
            </a:r>
            <a:r>
              <a:rPr dirty="0"/>
              <a:t>, requirements</a:t>
            </a:r>
            <a:endParaRPr lang="en-US" dirty="0"/>
          </a:p>
          <a:p>
            <a:endParaRPr dirty="0"/>
          </a:p>
          <a:p>
            <a:r>
              <a:rPr dirty="0"/>
              <a:t>Implementation: Week </a:t>
            </a:r>
            <a:r>
              <a:rPr lang="en-US" dirty="0"/>
              <a:t>2</a:t>
            </a:r>
            <a:r>
              <a:rPr dirty="0"/>
              <a:t> → Configured network devices</a:t>
            </a:r>
            <a:endParaRPr lang="en-US" dirty="0"/>
          </a:p>
          <a:p>
            <a:endParaRPr dirty="0"/>
          </a:p>
          <a:p>
            <a:r>
              <a:rPr dirty="0"/>
              <a:t>Testing: Week </a:t>
            </a:r>
            <a:r>
              <a:rPr lang="en-US" dirty="0"/>
              <a:t>3</a:t>
            </a:r>
            <a:r>
              <a:rPr dirty="0"/>
              <a:t> → Validation reports</a:t>
            </a:r>
            <a:endParaRPr lang="en-US" dirty="0"/>
          </a:p>
          <a:p>
            <a:endParaRPr dirty="0"/>
          </a:p>
          <a:p>
            <a:r>
              <a:rPr dirty="0"/>
              <a:t>Documentation: Week </a:t>
            </a:r>
            <a:r>
              <a:rPr lang="en-US" dirty="0"/>
              <a:t>4</a:t>
            </a:r>
            <a:r>
              <a:rPr dirty="0"/>
              <a:t> → Final project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Resources Required</a:t>
            </a:r>
          </a:p>
        </p:txBody>
      </p:sp>
      <p:sp>
        <p:nvSpPr>
          <p:cNvPr id="3" name="Content Placeholder 2"/>
          <p:cNvSpPr>
            <a:spLocks noGrp="1"/>
          </p:cNvSpPr>
          <p:nvPr>
            <p:ph idx="1"/>
          </p:nvPr>
        </p:nvSpPr>
        <p:spPr/>
        <p:txBody>
          <a:bodyPr/>
          <a:lstStyle/>
          <a:p>
            <a:r>
              <a:rPr dirty="0"/>
              <a:t>Huawei Datacom devices</a:t>
            </a:r>
            <a:r>
              <a:rPr lang="en-US" dirty="0"/>
              <a:t> and tools</a:t>
            </a:r>
            <a:r>
              <a:rPr dirty="0"/>
              <a:t> (</a:t>
            </a:r>
            <a:r>
              <a:rPr lang="en-US" dirty="0"/>
              <a:t>S</a:t>
            </a:r>
            <a:r>
              <a:rPr dirty="0"/>
              <a:t>witches, </a:t>
            </a:r>
            <a:r>
              <a:rPr lang="en-US" dirty="0"/>
              <a:t>R</a:t>
            </a:r>
            <a:r>
              <a:rPr dirty="0"/>
              <a:t>outers</a:t>
            </a:r>
            <a:r>
              <a:rPr lang="en-US" dirty="0"/>
              <a:t>, PCs, ACs and Cables </a:t>
            </a:r>
            <a:r>
              <a:rPr dirty="0"/>
              <a:t>)</a:t>
            </a:r>
          </a:p>
          <a:p>
            <a:r>
              <a:rPr dirty="0"/>
              <a:t>Network simulation tools (</a:t>
            </a:r>
            <a:r>
              <a:rPr lang="en-US" dirty="0"/>
              <a:t> </a:t>
            </a:r>
            <a:r>
              <a:rPr dirty="0" err="1"/>
              <a:t>eNSP</a:t>
            </a:r>
            <a:r>
              <a:rPr lang="en-US" dirty="0"/>
              <a:t> </a:t>
            </a:r>
            <a:r>
              <a:rPr dirty="0"/>
              <a:t>)</a:t>
            </a:r>
          </a:p>
          <a:p>
            <a:r>
              <a:rPr dirty="0"/>
              <a:t>Documentation software (Word, PowerPoint)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Conclusion</a:t>
            </a:r>
          </a:p>
        </p:txBody>
      </p:sp>
      <p:sp>
        <p:nvSpPr>
          <p:cNvPr id="3" name="Content Placeholder 2"/>
          <p:cNvSpPr>
            <a:spLocks noGrp="1"/>
          </p:cNvSpPr>
          <p:nvPr>
            <p:ph idx="1"/>
          </p:nvPr>
        </p:nvSpPr>
        <p:spPr/>
        <p:txBody>
          <a:bodyPr/>
          <a:lstStyle/>
          <a:p>
            <a:r>
              <a:rPr dirty="0"/>
              <a:t>This project will provide hands-on experience in enterprise networking with Huawei Datacom, equipping the team with practical knowledge in planning, implementation, and security while ensuring scalability for future growth.</a:t>
            </a:r>
          </a:p>
        </p:txBody>
      </p:sp>
    </p:spTree>
  </p:cSld>
  <p:clrMapOvr>
    <a:masterClrMapping/>
  </p:clrMapOvr>
</p:sld>
</file>

<file path=ppt/theme/theme1.xml><?xml version="1.0" encoding="utf-8"?>
<a:theme xmlns:a="http://schemas.openxmlformats.org/drawingml/2006/main" name="Vapor Trai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
  <TotalTime>70</TotalTime>
  <Words>420</Words>
  <Application>Microsoft Office PowerPoint</Application>
  <PresentationFormat>On-screen Show (4:3)</PresentationFormat>
  <Paragraphs>59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Andalus</vt:lpstr>
      <vt:lpstr>Arial</vt:lpstr>
      <vt:lpstr>Century Gothic</vt:lpstr>
      <vt:lpstr>Wingdings</vt:lpstr>
      <vt:lpstr>Vapor Trail</vt:lpstr>
      <vt:lpstr>Project Proposal: Enterprise Network Design and Implementation Using Huawei Datacom</vt:lpstr>
      <vt:lpstr>Introduction</vt:lpstr>
      <vt:lpstr>Problem Statement</vt:lpstr>
      <vt:lpstr>Objectives</vt:lpstr>
      <vt:lpstr>Scope of Work</vt:lpstr>
      <vt:lpstr>Methodology</vt:lpstr>
      <vt:lpstr>PowerPoint Presentation</vt:lpstr>
      <vt:lpstr>Expected Outcomes</vt:lpstr>
      <vt:lpstr>Timeline</vt:lpstr>
      <vt:lpstr>Resources Required</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 Enterprise Network Design and Implementation Using Huawei Datacom</dc:title>
  <dc:subject/>
  <dc:creator/>
  <cp:keywords/>
  <dc:description>generated using python-pptx</dc:description>
  <cp:lastModifiedBy>‪Marwan El-Khatib‬‏</cp:lastModifiedBy>
  <cp:revision>14</cp:revision>
  <dcterms:created xsi:type="dcterms:W3CDTF">2013-01-27T09:14:16Z</dcterms:created>
  <dcterms:modified xsi:type="dcterms:W3CDTF">2025-11-06T20:58:35Z</dcterms:modified>
  <cp:category/>
</cp:coreProperties>
</file>